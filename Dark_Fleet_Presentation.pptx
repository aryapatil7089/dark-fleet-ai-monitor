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3203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4572000" cy="4572000"/>
          </a:xfrm>
          <a:prstGeom prst="ellipse">
            <a:avLst/>
          </a:prstGeom>
          <a:solidFill>
            <a:srgbClr val="1623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SURVEILLANCE  •  UNSUPERVISED MACHINE LEARNING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Fleet AI Monitor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of illegal maritime evasion using live AIS satellite streaming and density-based anomaly detection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02920" cy="411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Arya Patil  |  Capstone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Dark: How Illegal Fleets Evade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5" name="Image 0" descr="/home/claude/darkfleet/icons/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185678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764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Transponder Blackouts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0848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physically disable their AIS transmitter during restricted-water passage or illegal ship-to-ship transfers, creating massive temporal data gaps.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264408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9" name="Image 1" descr="/home/claude/darkfleet/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3338109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Spoofing (“Teleportation”)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566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broadcasts mathematically fabricated coordinates — making a ship inside a restricted zone appear to be in international waters.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745736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2" descr="/home/claude/darkfleet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4819437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727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Data Bottleneck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50474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ocean generates tens of thousands of pings per second — far too fast for manual cross-referencing, and enough to crash a naive database.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720840" y="1783080"/>
            <a:ext cx="4892040" cy="4251960"/>
          </a:xfrm>
          <a:prstGeom prst="roundRect">
            <a:avLst>
              <a:gd name="adj" fmla="val 172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/home/claude/darkfleet/Types_of_ML_scenarios_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03720" y="1965960"/>
            <a:ext cx="4526280" cy="3886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FLEET AI MONITOR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 Ingestion &amp; Streaming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full-duplex WebSocket architecture replaces static CSV files with a continuous global satellite feed.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/home/claude/darkfleet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546147"/>
            <a:ext cx="439826" cy="43982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91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WebSocket Backbone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backend holds a persistent WebSocket connection directly to the AISStream.io global satellite network.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5196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46888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1" descr="/home/claude/darkfleet/icons/refresh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267" y="254614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3291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Auto-Healing Async Loop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monitors the stream; if the satellite feed drops, the system tears down and rebuilds the connection within 5 seconds — zero downtime.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468880"/>
            <a:ext cx="594360" cy="5943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7" name="Image 2" descr="/home/claude/darkfleet/icons/crosshai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587" y="2546147"/>
            <a:ext cx="439826" cy="43982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3291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Bounding Boxes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subscribes to specific geographic regions (e.g. Singapore Strait). Switching regions safely severs and re-subscribes without memory leaks.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FLEET AI MONITOR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Physics of Evasion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5" name="Image 0" descr="/home/claude/darkfleet/icons/r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185678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764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Haversine Distance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0848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Earth is curved, straight-line math fails over long distances — Haversine calculates true physical distance between consecutive pings.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264408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9" name="Image 1" descr="/home/claude/darkfleet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3338109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Delta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566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subtracts the UNIX timestamp of the previous ping from the current one to find the exact blackout duration in minutes.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745736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3" name="Image 2" descr="/home/claude/darkfleet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4819437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727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Kinematic Speed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50474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÷ time = implied speed. A 50,000-ton cargo ship “traveling” at 102 knots mathematically proves its GPS is being spoofed.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720840" y="1783080"/>
            <a:ext cx="4892040" cy="4251960"/>
          </a:xfrm>
          <a:prstGeom prst="roundRect">
            <a:avLst>
              <a:gd name="adj" fmla="val 172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/home/claude/darkfleet/Trajectory_of_shi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03720" y="1965960"/>
            <a:ext cx="4526280" cy="3886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FLEET AI MONITOR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Anomaly Detection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tactics constantly mutate, so there is no clean “illegal” label to train against — the system instead learns normal physics and flags what breaks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423160"/>
            <a:ext cx="585216" cy="58521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/home/claude/darkflee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694" y="2499238"/>
            <a:ext cx="433060" cy="4330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004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74904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speed, time, and distance so no single feature dominates the calculation.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035808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36976" y="21488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87952" y="2423160"/>
            <a:ext cx="585216" cy="585216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3" name="Image 1" descr="/home/claude/darkfleet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030" y="2499238"/>
            <a:ext cx="433060" cy="4330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74136" y="32004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Profiling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374136" y="374904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incoming telemetry to historical maritime behavioral clusters.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724144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925312" y="21488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76288" y="2423160"/>
            <a:ext cx="585216" cy="58521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/home/claude/darkfleet/icons/ra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366" y="2499238"/>
            <a:ext cx="433060" cy="4330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062472" y="32004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Density Check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062472" y="374904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new pings against pre-computed “core points” of normal routing density.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8613648" y="2148840"/>
            <a:ext cx="2487168" cy="3246120"/>
          </a:xfrm>
          <a:prstGeom prst="roundRect">
            <a:avLst>
              <a:gd name="adj" fmla="val 2941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564624" y="2423160"/>
            <a:ext cx="585216" cy="585216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5" name="Image 3" descr="/home/claude/darkfleet/icons/alert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702" y="2499238"/>
            <a:ext cx="433060" cy="4330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750808" y="32004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750808" y="374904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isolation score exceeds eps = 0.3, the vessel is instantly flagged as a threat.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5046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943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4251960" y="55046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= 0.3</a:t>
            </a:r>
            <a:endParaRPr lang="en-US" sz="2400" dirty="0"/>
          </a:p>
        </p:txBody>
      </p:sp>
      <p:sp>
        <p:nvSpPr>
          <p:cNvPr id="31" name="Text 25"/>
          <p:cNvSpPr txBox="1"/>
          <p:nvPr/>
        </p:nvSpPr>
        <p:spPr>
          <a:xfrm>
            <a:off x="4251960" y="5943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Epsilon Threshold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7955280" y="55046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400" dirty="0"/>
          </a:p>
        </p:txBody>
      </p:sp>
      <p:sp>
        <p:nvSpPr>
          <p:cNvPr id="33" name="Text 27"/>
          <p:cNvSpPr txBox="1"/>
          <p:nvPr/>
        </p:nvSpPr>
        <p:spPr>
          <a:xfrm>
            <a:off x="7955280" y="5943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Rolling Window / Vessel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FLEET AI MONITOR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CONSTRAINT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Architecting for a Free-Tier Cloud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Render's free tier provides just 0.1 CPU and 512MB RAM — surviving a live global stream on it demands extreme memory discipline.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594360" cy="5943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7" name="Image 0" descr="/home/claude/darkfleet/icons/hardDr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454707"/>
            <a:ext cx="439826" cy="43982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Ephemeral Memory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947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logging every ping to PostgreSQL, the system uses high-speed in-memory Python dictionaries with O(1) lookup time.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205740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37744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1" descr="/home/claude/darkflee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267" y="245470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50-Ping Rolling FIFO Queue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37947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last 50 pings per vessel are retained — ping 51 evicts ping 1, capping working memory at under 20MB per vessel.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55280" y="205740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377440"/>
            <a:ext cx="594360" cy="59436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7" name="Image 2" descr="/home/claude/darkfleet/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587" y="2454707"/>
            <a:ext cx="439826" cy="43982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Throttling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37947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throttle decouples WebSocket message receipt from DOM rendering, updating the Leaflet.js map every 300ms for fluid performance.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257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&lt;20MB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7332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working memory / vessel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4251960" y="5257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512MB</a:t>
            </a:r>
            <a:endParaRPr lang="en-US" sz="2600" dirty="0"/>
          </a:p>
        </p:txBody>
      </p:sp>
      <p:sp>
        <p:nvSpPr>
          <p:cNvPr id="23" name="Text 18"/>
          <p:cNvSpPr txBox="1"/>
          <p:nvPr/>
        </p:nvSpPr>
        <p:spPr>
          <a:xfrm>
            <a:off x="4251960" y="57332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RAM on free-tier host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955280" y="5257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300ms</a:t>
            </a:r>
            <a:endParaRPr lang="en-US" sz="2600" dirty="0"/>
          </a:p>
        </p:txBody>
      </p:sp>
      <p:sp>
        <p:nvSpPr>
          <p:cNvPr id="25" name="Text 20"/>
          <p:cNvSpPr txBox="1"/>
          <p:nvPr/>
        </p:nvSpPr>
        <p:spPr>
          <a:xfrm>
            <a:off x="7955280" y="57332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render throttle interval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FLEET AI MONITOR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Fleet Monitoring in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darkfleet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874520"/>
            <a:ext cx="5074920" cy="3063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02920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Fleet Directory — click-to-inspect vessel list with real-time speed, gap, and status.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/home/claude/darkfleet/suspected_ship_logs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874520"/>
            <a:ext cx="5074920" cy="2880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55080" y="48463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Forensic Inspector — flagged vessels retain their “SUSPECT” badge and algorithmic reasoning even after normal readings resume.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FLEET AI MONITOR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/home/claude/darkfleet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587752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35915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Migration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78892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from ephemeral dictionary memory to an Oracle Cloud ARM VM running distributed PostgreSQL or Redis — maintaining a permanent historical ledger of flagged vessels.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43484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1" name="Image 1" descr="/home/claude/darkfleet/icons/satell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55371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57400" y="432511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Sensor Fusion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057400" y="475488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Sentinel-1 Synthetic Aperture Radar imagery — when a transponder blackout is detected in a geographic polygon, automatically trigger a satellite scan to physically verify the dark vessel's presence.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FLEET AI MONITOR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2026-09-09T19:41:33Z</dcterms:created>
  <dcterms:modified xsi:type="dcterms:W3CDTF">2026-09-09T19:41:33Z</dcterms:modified>
</cp:coreProperties>
</file>